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C28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600727" y="1096417"/>
            <a:ext cx="5942546" cy="619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2814"/>
              </a:spcBef>
              <a:spcAft>
                <a:spcPts val="2000"/>
              </a:spcAft>
              <a:buNone/>
            </a:pPr>
            <a:r>
              <a:rPr lang="en-US" sz="4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@kedge/vue-agent-sdk</a:t>
            </a:r>
            <a:endParaRPr lang="en-US" sz="4200" dirty="0"/>
          </a:p>
        </p:txBody>
      </p:sp>
      <p:sp>
        <p:nvSpPr>
          <p:cNvPr id="3" name="Text 1"/>
          <p:cNvSpPr/>
          <p:nvPr/>
        </p:nvSpPr>
        <p:spPr>
          <a:xfrm>
            <a:off x="3936950" y="2350443"/>
            <a:ext cx="1269950" cy="50750"/>
          </a:xfrm>
          <a:prstGeom prst="roundRect">
            <a:avLst>
              <a:gd name="adj" fmla="val 50049"/>
            </a:avLst>
          </a:prstGeom>
          <a:solidFill>
            <a:srgbClr val="5DADE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1762247" y="3036094"/>
            <a:ext cx="5619506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2000"/>
              </a:spcBef>
              <a:spcAft>
                <a:spcPts val="4000"/>
              </a:spcAft>
              <a:buNone/>
            </a:pPr>
            <a:r>
              <a:rPr lang="en-US" sz="2000" dirty="0">
                <a:solidFill>
                  <a:srgbClr val="AAB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Vue Composables for Claude-Code-as-a-Service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042809" y="4017020"/>
            <a:ext cx="1058382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1400"/>
              </a:spcBef>
              <a:spcAft>
                <a:spcPts val="1400"/>
              </a:spcAft>
              <a:buNone/>
            </a:pPr>
            <a:r>
              <a:rPr lang="en-US" sz="1400" dirty="0">
                <a:solidFill>
                  <a:srgbClr val="5DADE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Version 1.0.0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6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917377"/>
          </a:xfrm>
          <a:prstGeom prst="rect">
            <a:avLst/>
          </a:prstGeom>
          <a:solidFill>
            <a:srgbClr val="1C283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07950" y="253901"/>
            <a:ext cx="8290661" cy="409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Overview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07950" y="1487984"/>
            <a:ext cx="8290661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494"/>
              </a:spcBef>
              <a:spcAft>
                <a:spcPts val="1500"/>
              </a:spcAft>
              <a:buNone/>
            </a:pPr>
            <a:r>
              <a:rPr lang="en-US" sz="18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is @kedge/vue-agent-sdk?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507950" y="1945184"/>
            <a:ext cx="8290661" cy="5691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40"/>
              </a:lnSpc>
              <a:spcBef>
                <a:spcPts val="1400"/>
              </a:spcBef>
              <a:spcAft>
                <a:spcPts val="2000"/>
              </a:spcAft>
              <a:buNone/>
            </a:pPr>
            <a:r>
              <a:rPr lang="en-US" sz="1400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Vue 3 Composition API SDK for integrating with Claude-Code-as-a-Service backend. Provides reusable composables for state management, form synchronization, and AI editing workflows.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07950" y="2768203"/>
            <a:ext cx="8128099" cy="78105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Shape 5"/>
          <p:cNvSpPr/>
          <p:nvPr/>
        </p:nvSpPr>
        <p:spPr>
          <a:xfrm>
            <a:off x="531763" y="2768203"/>
            <a:ext cx="0" cy="781050"/>
          </a:xfrm>
          <a:prstGeom prst="line">
            <a:avLst/>
          </a:prstGeom>
          <a:noFill/>
          <a:ln w="47625">
            <a:solidFill>
              <a:srgbClr val="5DADE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09476" y="2958703"/>
            <a:ext cx="7724126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Composables-first design: Progressive adoption, easy testing, full TypeScript support, Tree-shaking friendly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6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917377"/>
          </a:xfrm>
          <a:prstGeom prst="rect">
            <a:avLst/>
          </a:prstGeom>
          <a:solidFill>
            <a:srgbClr val="1C283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07950" y="253901"/>
            <a:ext cx="8290661" cy="409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 Composables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07950" y="1234827"/>
            <a:ext cx="3873550" cy="987326"/>
          </a:xfrm>
          <a:prstGeom prst="roundRect">
            <a:avLst>
              <a:gd name="adj" fmla="val 1029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5400000">
              <a:srgbClr val="000000">
                <a:alpha val="1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698450" y="1425327"/>
            <a:ext cx="3562401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3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useAgentState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98450" y="1726853"/>
            <a:ext cx="3562401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5D6D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Centralized agent state access via Vue inject. Processing status, tool activity, todos.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07950" y="2374553"/>
            <a:ext cx="3873550" cy="987326"/>
          </a:xfrm>
          <a:prstGeom prst="roundRect">
            <a:avLst>
              <a:gd name="adj" fmla="val 1029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5400000">
              <a:srgbClr val="000000">
                <a:alpha val="1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698450" y="2565053"/>
            <a:ext cx="3562401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3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useFormBridge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98450" y="2866579"/>
            <a:ext cx="3562401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5D6D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 registration with agent. Auto lifecycle management, data sync, submit handling.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07950" y="3514279"/>
            <a:ext cx="3873550" cy="987326"/>
          </a:xfrm>
          <a:prstGeom prst="roundRect">
            <a:avLst>
              <a:gd name="adj" fmla="val 1029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5400000">
              <a:srgbClr val="000000">
                <a:alpha val="1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698450" y="3704779"/>
            <a:ext cx="3562401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3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useAIEditing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98450" y="4006304"/>
            <a:ext cx="3562401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5D6D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editing mode for section-based content. Progress tracking, callbacks, state machine.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762500" y="1234827"/>
            <a:ext cx="3873550" cy="987326"/>
          </a:xfrm>
          <a:prstGeom prst="roundRect">
            <a:avLst>
              <a:gd name="adj" fmla="val 1029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5400000">
              <a:srgbClr val="000000">
                <a:alpha val="1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4953000" y="1425327"/>
            <a:ext cx="3562401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3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usePlanMode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953000" y="1726853"/>
            <a:ext cx="3562401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5D6D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 proposal handling. Confirm/reject workflows, section preview, human-in-the-loop.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762500" y="2374553"/>
            <a:ext cx="3873550" cy="987326"/>
          </a:xfrm>
          <a:prstGeom prst="roundRect">
            <a:avLst>
              <a:gd name="adj" fmla="val 1029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5400000">
              <a:srgbClr val="000000">
                <a:alpha val="1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4953000" y="2565053"/>
            <a:ext cx="3562401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3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useTodoProgress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953000" y="2866579"/>
            <a:ext cx="3562401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5D6D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Todo tracking with computed helpers. Stats, progress percentage, filtering.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762500" y="3514279"/>
            <a:ext cx="3873550" cy="987326"/>
          </a:xfrm>
          <a:prstGeom prst="roundRect">
            <a:avLst>
              <a:gd name="adj" fmla="val 1029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5400000">
              <a:srgbClr val="000000">
                <a:alpha val="1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4953000" y="3704779"/>
            <a:ext cx="3562401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3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useToolActivity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953000" y="4006304"/>
            <a:ext cx="3562401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5D6D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Tool execution tracking. Current tool, history, duration, decision logic.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6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917377"/>
          </a:xfrm>
          <a:prstGeom prst="rect">
            <a:avLst/>
          </a:prstGeom>
          <a:solidFill>
            <a:srgbClr val="1C283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07950" y="253901"/>
            <a:ext cx="8290661" cy="409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useAIEditing Workflow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07950" y="1412528"/>
            <a:ext cx="8290661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400"/>
              </a:spcBef>
              <a:spcAft>
                <a:spcPts val="2000"/>
              </a:spcAft>
              <a:buNone/>
            </a:pPr>
            <a:r>
              <a:rPr lang="en-US" sz="1400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State machine for AI-powered content generation with section tracking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33264" y="1931491"/>
            <a:ext cx="1587401" cy="692051"/>
          </a:xfrm>
          <a:prstGeom prst="roundRect">
            <a:avLst>
              <a:gd name="adj" fmla="val 11011"/>
            </a:avLst>
          </a:prstGeom>
          <a:solidFill>
            <a:srgbClr val="FFFFFF"/>
          </a:solidFill>
          <a:ln w="19050">
            <a:solidFill>
              <a:srgbClr val="5DADE2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844034" y="2102941"/>
            <a:ext cx="116586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startAIEditing()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44034" y="2318742"/>
            <a:ext cx="116586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500"/>
              </a:spcBef>
              <a:buNone/>
            </a:pPr>
            <a:r>
              <a:rPr lang="en-US" sz="900" dirty="0">
                <a:solidFill>
                  <a:srgbClr val="5D6D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Init sections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2347615" y="2129879"/>
            <a:ext cx="237574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0"/>
              </a:spcBef>
              <a:spcAft>
                <a:spcPts val="2000"/>
              </a:spcAft>
              <a:buNone/>
            </a:pPr>
            <a:r>
              <a:rPr lang="en-US" sz="2000" dirty="0">
                <a:solidFill>
                  <a:srgbClr val="5DADE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-&gt;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2707481" y="1931491"/>
            <a:ext cx="1587401" cy="692051"/>
          </a:xfrm>
          <a:prstGeom prst="roundRect">
            <a:avLst>
              <a:gd name="adj" fmla="val 11011"/>
            </a:avLst>
          </a:prstGeom>
          <a:solidFill>
            <a:srgbClr val="FFFFFF"/>
          </a:solidFill>
          <a:ln w="19050">
            <a:solidFill>
              <a:srgbClr val="5DADE2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2918252" y="2102941"/>
            <a:ext cx="116586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updateFromAI()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2918252" y="2318742"/>
            <a:ext cx="116586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500"/>
              </a:spcBef>
              <a:buNone/>
            </a:pPr>
            <a:r>
              <a:rPr lang="en-US" sz="900" dirty="0">
                <a:solidFill>
                  <a:srgbClr val="5D6D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Update content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4421832" y="2129879"/>
            <a:ext cx="237574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0"/>
              </a:spcBef>
              <a:spcAft>
                <a:spcPts val="2000"/>
              </a:spcAft>
              <a:buNone/>
            </a:pPr>
            <a:r>
              <a:rPr lang="en-US" sz="2000" dirty="0">
                <a:solidFill>
                  <a:srgbClr val="5DADE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-&gt;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4781699" y="1931491"/>
            <a:ext cx="1654820" cy="692051"/>
          </a:xfrm>
          <a:prstGeom prst="roundRect">
            <a:avLst>
              <a:gd name="adj" fmla="val 11011"/>
            </a:avLst>
          </a:prstGeom>
          <a:solidFill>
            <a:srgbClr val="FFFFFF"/>
          </a:solidFill>
          <a:ln w="19050">
            <a:solidFill>
              <a:srgbClr val="5DADE2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4991795" y="2102941"/>
            <a:ext cx="1234628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completeSection()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991795" y="2318742"/>
            <a:ext cx="1234628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500"/>
              </a:spcBef>
              <a:buNone/>
            </a:pPr>
            <a:r>
              <a:rPr lang="en-US" sz="900" dirty="0">
                <a:solidFill>
                  <a:srgbClr val="5D6D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 done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6563469" y="2129879"/>
            <a:ext cx="237574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0"/>
              </a:spcBef>
              <a:spcAft>
                <a:spcPts val="2000"/>
              </a:spcAft>
              <a:buNone/>
            </a:pPr>
            <a:r>
              <a:rPr lang="en-US" sz="2000" dirty="0">
                <a:solidFill>
                  <a:srgbClr val="5DADE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-&gt;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6923336" y="1931491"/>
            <a:ext cx="1587401" cy="692051"/>
          </a:xfrm>
          <a:prstGeom prst="roundRect">
            <a:avLst>
              <a:gd name="adj" fmla="val 11011"/>
            </a:avLst>
          </a:prstGeom>
          <a:solidFill>
            <a:srgbClr val="FFFFFF"/>
          </a:solidFill>
          <a:ln w="19050">
            <a:solidFill>
              <a:srgbClr val="5DADE2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7134106" y="2102941"/>
            <a:ext cx="116586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finishAIEditing()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7134106" y="2318742"/>
            <a:ext cx="116586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500"/>
              </a:spcBef>
              <a:buNone/>
            </a:pPr>
            <a:r>
              <a:rPr lang="en-US" sz="900" dirty="0">
                <a:solidFill>
                  <a:srgbClr val="5D6D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End mode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507950" y="2996505"/>
            <a:ext cx="8128099" cy="1095375"/>
          </a:xfrm>
          <a:prstGeom prst="roundRect">
            <a:avLst>
              <a:gd name="adj" fmla="val 6957"/>
            </a:avLst>
          </a:prstGeom>
          <a:solidFill>
            <a:srgbClr val="1C283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698450" y="3187005"/>
            <a:ext cx="7902041" cy="7143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5DADE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{ progress, aiCurrentSection, startAIEditing } = useAIEditing({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5DADE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allSections: ['intro', 'body', 'conclusion'],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5DADE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onSectionUpdate: (id, content) =&gt; form[id] = content,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5DADE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onComplete: () =&gt; toast.success('Done!')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5DADE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})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6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917377"/>
          </a:xfrm>
          <a:prstGeom prst="rect">
            <a:avLst/>
          </a:prstGeom>
          <a:solidFill>
            <a:srgbClr val="1C283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07950" y="253901"/>
            <a:ext cx="8290661" cy="409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FormStateSynchronizer Service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07950" y="1403449"/>
            <a:ext cx="3951021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328"/>
              </a:spcBef>
              <a:spcAft>
                <a:spcPts val="1200"/>
              </a:spcAft>
              <a:buNone/>
            </a:pPr>
            <a:r>
              <a:rPr lang="en-US" sz="16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Features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07950" y="1857375"/>
            <a:ext cx="101501" cy="101501"/>
          </a:xfrm>
          <a:prstGeom prst="roundRect">
            <a:avLst>
              <a:gd name="adj" fmla="val 900878"/>
            </a:avLst>
          </a:prstGeom>
          <a:solidFill>
            <a:srgbClr val="5DADE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736402" y="1793974"/>
            <a:ext cx="2471077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Centralized form state management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07950" y="2181225"/>
            <a:ext cx="101501" cy="101501"/>
          </a:xfrm>
          <a:prstGeom prst="roundRect">
            <a:avLst>
              <a:gd name="adj" fmla="val 900878"/>
            </a:avLst>
          </a:prstGeom>
          <a:solidFill>
            <a:srgbClr val="5DADE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736402" y="2117824"/>
            <a:ext cx="1814521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Field-level update tracking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07950" y="2505075"/>
            <a:ext cx="101501" cy="101501"/>
          </a:xfrm>
          <a:prstGeom prst="roundRect">
            <a:avLst>
              <a:gd name="adj" fmla="val 900878"/>
            </a:avLst>
          </a:prstGeom>
          <a:solidFill>
            <a:srgbClr val="5DADE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736402" y="2441674"/>
            <a:ext cx="2816736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Event pub/sub for cross-component sync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07950" y="2828925"/>
            <a:ext cx="101501" cy="101501"/>
          </a:xfrm>
          <a:prstGeom prst="roundRect">
            <a:avLst>
              <a:gd name="adj" fmla="val 900878"/>
            </a:avLst>
          </a:prstGeom>
          <a:solidFill>
            <a:srgbClr val="5DADE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736402" y="2765524"/>
            <a:ext cx="2287089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Old/new value diff for highlighting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07950" y="3152775"/>
            <a:ext cx="101501" cy="101501"/>
          </a:xfrm>
          <a:prstGeom prst="roundRect">
            <a:avLst>
              <a:gd name="adj" fmla="val 900878"/>
            </a:avLst>
          </a:prstGeom>
          <a:solidFill>
            <a:srgbClr val="5DADE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736402" y="3089374"/>
            <a:ext cx="1978926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Singleton or instance pattern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762500" y="1403449"/>
            <a:ext cx="3951021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328"/>
              </a:spcBef>
              <a:spcAft>
                <a:spcPts val="1200"/>
              </a:spcAft>
              <a:buNone/>
            </a:pPr>
            <a:r>
              <a:rPr lang="en-US" sz="16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Usage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4762500" y="1832074"/>
            <a:ext cx="3873550" cy="2171700"/>
          </a:xfrm>
          <a:prstGeom prst="roundRect">
            <a:avLst>
              <a:gd name="adj" fmla="val 3509"/>
            </a:avLst>
          </a:prstGeom>
          <a:solidFill>
            <a:srgbClr val="1C283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4914900" y="1984474"/>
            <a:ext cx="3640125" cy="1866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5DADE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sync = getFormStateSynchronizer()</a:t>
            </a:r>
            <a:endParaRPr lang="en-US" sz="900" dirty="0"/>
          </a:p>
          <a:p>
            <a:pPr algn="l" indent="0" marL="0">
              <a:buNone/>
            </a:pP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5DADE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Register form</a:t>
            </a: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5DADE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sync.registerForm('form-id', reactiveState)</a:t>
            </a:r>
            <a:endParaRPr lang="en-US" sz="900" dirty="0"/>
          </a:p>
          <a:p>
            <a:pPr algn="l" indent="0" marL="0">
              <a:buNone/>
            </a:pP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5DADE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Update from agent</a:t>
            </a: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5DADE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sync.updateFields('form-id', {</a:t>
            </a: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5DADE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title: 'New Title'</a:t>
            </a: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5DADE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}, 'agent')</a:t>
            </a:r>
            <a:endParaRPr lang="en-US" sz="900" dirty="0"/>
          </a:p>
          <a:p>
            <a:pPr algn="l" indent="0" marL="0">
              <a:buNone/>
            </a:pP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5DADE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Subscribe to updates</a:t>
            </a: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5DADE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sync.onFormUpdated((event) =&gt; {</a:t>
            </a: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5DADE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highlight(event.field)</a:t>
            </a: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5DADE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})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917377"/>
          </a:xfrm>
          <a:prstGeom prst="rect">
            <a:avLst/>
          </a:prstGeom>
          <a:solidFill>
            <a:srgbClr val="1C283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07950" y="253901"/>
            <a:ext cx="8290661" cy="409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Type-Safe Injection Symbols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07950" y="1260277"/>
            <a:ext cx="8290661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200"/>
              </a:spcBef>
              <a:spcAft>
                <a:spcPts val="1000"/>
              </a:spcAft>
              <a:buNone/>
            </a:pPr>
            <a:r>
              <a:rPr lang="en-US" sz="1200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40+ typed injection keys for Vue provide/inject pattern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07950" y="1558677"/>
            <a:ext cx="8290661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000"/>
              </a:spcBef>
              <a:spcAft>
                <a:spcPts val="600"/>
              </a:spcAft>
              <a:buNone/>
            </a:pPr>
            <a:r>
              <a:rPr lang="en-US" sz="11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Connection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07950" y="1787277"/>
            <a:ext cx="1904851" cy="425351"/>
          </a:xfrm>
          <a:prstGeom prst="roundRect">
            <a:avLst>
              <a:gd name="adj" fmla="val 11943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634901" y="1863477"/>
            <a:ext cx="168396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5DADE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AgentClientIdKey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634901" y="2022128"/>
            <a:ext cx="1683969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buNone/>
            </a:pPr>
            <a:r>
              <a:rPr lang="en-US" sz="800" dirty="0">
                <a:solidFill>
                  <a:srgbClr val="5D6D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Client ID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2514302" y="1787277"/>
            <a:ext cx="1904851" cy="425351"/>
          </a:xfrm>
          <a:prstGeom prst="roundRect">
            <a:avLst>
              <a:gd name="adj" fmla="val 11943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2641253" y="1863477"/>
            <a:ext cx="168396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5DADE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AgentConnectedKey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2641253" y="2022128"/>
            <a:ext cx="1683969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buNone/>
            </a:pPr>
            <a:r>
              <a:rPr lang="en-US" sz="800" dirty="0">
                <a:solidFill>
                  <a:srgbClr val="5D6D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Connection status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520654" y="1787277"/>
            <a:ext cx="1904851" cy="425351"/>
          </a:xfrm>
          <a:prstGeom prst="roundRect">
            <a:avLst>
              <a:gd name="adj" fmla="val 11943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4647605" y="1863477"/>
            <a:ext cx="168396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5DADE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AgentSessionIdKey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4647605" y="2022128"/>
            <a:ext cx="1683969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buNone/>
            </a:pPr>
            <a:r>
              <a:rPr lang="en-US" sz="800" dirty="0">
                <a:solidFill>
                  <a:srgbClr val="5D6D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Session ID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507950" y="2339578"/>
            <a:ext cx="8290661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000"/>
              </a:spcBef>
              <a:spcAft>
                <a:spcPts val="600"/>
              </a:spcAft>
              <a:buNone/>
            </a:pPr>
            <a:r>
              <a:rPr lang="en-US" sz="11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State &amp; Progress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07950" y="2568178"/>
            <a:ext cx="1904851" cy="425351"/>
          </a:xfrm>
          <a:prstGeom prst="roundRect">
            <a:avLst>
              <a:gd name="adj" fmla="val 11943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634901" y="2644378"/>
            <a:ext cx="168396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5DADE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IsAgentProcessingKey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634901" y="2803029"/>
            <a:ext cx="1683969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buNone/>
            </a:pPr>
            <a:r>
              <a:rPr lang="en-US" sz="800" dirty="0">
                <a:solidFill>
                  <a:srgbClr val="5D6D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Processing flag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2514302" y="2568178"/>
            <a:ext cx="1904851" cy="425351"/>
          </a:xfrm>
          <a:prstGeom prst="roundRect">
            <a:avLst>
              <a:gd name="adj" fmla="val 11943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2641253" y="2644378"/>
            <a:ext cx="168396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5DADE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TodoItemsKey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2641253" y="2803029"/>
            <a:ext cx="1683969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buNone/>
            </a:pPr>
            <a:r>
              <a:rPr lang="en-US" sz="800" dirty="0">
                <a:solidFill>
                  <a:srgbClr val="5D6D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Todo list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4520654" y="2568178"/>
            <a:ext cx="1904851" cy="425351"/>
          </a:xfrm>
          <a:prstGeom prst="roundRect">
            <a:avLst>
              <a:gd name="adj" fmla="val 11943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4647605" y="2644378"/>
            <a:ext cx="168396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5DADE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CurrentToolNameKey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4647605" y="2803029"/>
            <a:ext cx="1683969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buNone/>
            </a:pPr>
            <a:r>
              <a:rPr lang="en-US" sz="800" dirty="0">
                <a:solidFill>
                  <a:srgbClr val="5D6D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Active tool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6527006" y="2568178"/>
            <a:ext cx="1904851" cy="425351"/>
          </a:xfrm>
          <a:prstGeom prst="roundRect">
            <a:avLst>
              <a:gd name="adj" fmla="val 11943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6653957" y="2644378"/>
            <a:ext cx="168396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5DADE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AiOutputProgressKey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6653957" y="2803029"/>
            <a:ext cx="1683969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buNone/>
            </a:pPr>
            <a:r>
              <a:rPr lang="en-US" sz="800" dirty="0">
                <a:solidFill>
                  <a:srgbClr val="5D6D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Generation progress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507950" y="3120479"/>
            <a:ext cx="8290661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000"/>
              </a:spcBef>
              <a:spcAft>
                <a:spcPts val="600"/>
              </a:spcAft>
              <a:buNone/>
            </a:pPr>
            <a:r>
              <a:rPr lang="en-US" sz="11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 Mode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507950" y="3349079"/>
            <a:ext cx="1904851" cy="425351"/>
          </a:xfrm>
          <a:prstGeom prst="roundRect">
            <a:avLst>
              <a:gd name="adj" fmla="val 11943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" name="Text 28"/>
          <p:cNvSpPr/>
          <p:nvPr/>
        </p:nvSpPr>
        <p:spPr>
          <a:xfrm>
            <a:off x="634901" y="3425279"/>
            <a:ext cx="168396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5DADE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PendingPlanProposalKey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634901" y="3583930"/>
            <a:ext cx="1683969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buNone/>
            </a:pPr>
            <a:r>
              <a:rPr lang="en-US" sz="800" dirty="0">
                <a:solidFill>
                  <a:srgbClr val="5D6D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Proposal data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2514302" y="3349079"/>
            <a:ext cx="1904851" cy="425351"/>
          </a:xfrm>
          <a:prstGeom prst="roundRect">
            <a:avLst>
              <a:gd name="adj" fmla="val 11943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3" name="Text 31"/>
          <p:cNvSpPr/>
          <p:nvPr/>
        </p:nvSpPr>
        <p:spPr>
          <a:xfrm>
            <a:off x="2641253" y="3425279"/>
            <a:ext cx="168396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5DADE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ConfirmPlanProposalKey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2641253" y="3583930"/>
            <a:ext cx="1683969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buNone/>
            </a:pPr>
            <a:r>
              <a:rPr lang="en-US" sz="800" dirty="0">
                <a:solidFill>
                  <a:srgbClr val="5D6D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Confirm function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4520654" y="3349079"/>
            <a:ext cx="1904851" cy="425351"/>
          </a:xfrm>
          <a:prstGeom prst="roundRect">
            <a:avLst>
              <a:gd name="adj" fmla="val 11943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6" name="Text 34"/>
          <p:cNvSpPr/>
          <p:nvPr/>
        </p:nvSpPr>
        <p:spPr>
          <a:xfrm>
            <a:off x="4647605" y="3425279"/>
            <a:ext cx="168396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5DADE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RejectPlanProposalKey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4647605" y="3583930"/>
            <a:ext cx="1683969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buNone/>
            </a:pPr>
            <a:r>
              <a:rPr lang="en-US" sz="800" dirty="0">
                <a:solidFill>
                  <a:srgbClr val="5D6D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Reject function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6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917377"/>
          </a:xfrm>
          <a:prstGeom prst="rect">
            <a:avLst/>
          </a:prstGeom>
          <a:solidFill>
            <a:srgbClr val="1C283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07950" y="253901"/>
            <a:ext cx="8290661" cy="409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 Coverage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07950" y="1107877"/>
            <a:ext cx="3937099" cy="920651"/>
          </a:xfrm>
          <a:prstGeom prst="roundRect">
            <a:avLst>
              <a:gd name="adj" fmla="val 827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5400000">
              <a:srgbClr val="000000">
                <a:alpha val="1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624027" y="1260277"/>
            <a:ext cx="3704945" cy="409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5DADE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64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624027" y="1733252"/>
            <a:ext cx="370494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500"/>
              </a:spcBef>
              <a:buNone/>
            </a:pPr>
            <a:r>
              <a:rPr lang="en-US" sz="1000" dirty="0">
                <a:solidFill>
                  <a:srgbClr val="5D6D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 Tests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07950" y="2155478"/>
            <a:ext cx="3937099" cy="920651"/>
          </a:xfrm>
          <a:prstGeom prst="roundRect">
            <a:avLst>
              <a:gd name="adj" fmla="val 827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5400000">
              <a:srgbClr val="000000">
                <a:alpha val="1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624027" y="2307878"/>
            <a:ext cx="3704945" cy="409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5DADE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624027" y="2780854"/>
            <a:ext cx="370494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500"/>
              </a:spcBef>
              <a:buNone/>
            </a:pPr>
            <a:r>
              <a:rPr lang="en-US" sz="1000" dirty="0">
                <a:solidFill>
                  <a:srgbClr val="5D6D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Pass Rate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07950" y="3203079"/>
            <a:ext cx="3937099" cy="920651"/>
          </a:xfrm>
          <a:prstGeom prst="roundRect">
            <a:avLst>
              <a:gd name="adj" fmla="val 827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5400000">
              <a:srgbClr val="000000">
                <a:alpha val="1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624027" y="3355479"/>
            <a:ext cx="3704945" cy="409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5DADE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624027" y="3828455"/>
            <a:ext cx="370494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500"/>
              </a:spcBef>
              <a:buNone/>
            </a:pPr>
            <a:r>
              <a:rPr lang="en-US" sz="1000" dirty="0">
                <a:solidFill>
                  <a:srgbClr val="5D6D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 Files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698950" y="1107877"/>
            <a:ext cx="3937099" cy="1514475"/>
          </a:xfrm>
          <a:prstGeom prst="roundRect">
            <a:avLst>
              <a:gd name="adj" fmla="val 5031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Shape 12"/>
          <p:cNvSpPr/>
          <p:nvPr/>
        </p:nvSpPr>
        <p:spPr>
          <a:xfrm>
            <a:off x="4851350" y="1560314"/>
            <a:ext cx="3632299" cy="0"/>
          </a:xfrm>
          <a:prstGeom prst="line">
            <a:avLst/>
          </a:prstGeom>
          <a:noFill/>
          <a:ln w="9525">
            <a:solidFill>
              <a:srgbClr val="E5E8E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851350" y="1336477"/>
            <a:ext cx="117345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useAIEditing.spec.ts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8010674" y="1336477"/>
            <a:ext cx="48243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7A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 tests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851350" y="1865114"/>
            <a:ext cx="3632299" cy="0"/>
          </a:xfrm>
          <a:prstGeom prst="line">
            <a:avLst/>
          </a:prstGeom>
          <a:noFill/>
          <a:ln w="9525">
            <a:solidFill>
              <a:srgbClr val="E5E8E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851350" y="1641277"/>
            <a:ext cx="1799493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FormStateSynchronizer.spec.ts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8010674" y="1641277"/>
            <a:ext cx="48243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7A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 tests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851350" y="2169914"/>
            <a:ext cx="3632299" cy="0"/>
          </a:xfrm>
          <a:prstGeom prst="line">
            <a:avLst/>
          </a:prstGeom>
          <a:noFill/>
          <a:ln w="9525">
            <a:solidFill>
              <a:srgbClr val="E5E8E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851350" y="1946077"/>
            <a:ext cx="87105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exports.spec.ts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8010674" y="1946077"/>
            <a:ext cx="48243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7A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 tests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851350" y="2250877"/>
            <a:ext cx="1454137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useTodoProgress.spec.ts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8017669" y="2250877"/>
            <a:ext cx="47530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7A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 tests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917377"/>
          </a:xfrm>
          <a:prstGeom prst="rect">
            <a:avLst/>
          </a:prstGeom>
          <a:solidFill>
            <a:srgbClr val="1C283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07950" y="253901"/>
            <a:ext cx="8290661" cy="409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Output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07950" y="1260277"/>
            <a:ext cx="8290661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200"/>
              </a:spcBef>
              <a:spcAft>
                <a:spcPts val="1500"/>
              </a:spcAft>
              <a:buNone/>
            </a:pPr>
            <a:r>
              <a:rPr lang="en-US" sz="1200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Production-ready package with ESM, CommonJS, and TypeScript declarations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07950" y="1622227"/>
            <a:ext cx="1889224" cy="1257151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644506" y="2028527"/>
            <a:ext cx="1616113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2000"/>
              </a:spcBef>
              <a:spcAft>
                <a:spcPts val="600"/>
              </a:spcAft>
              <a:buNone/>
            </a:pPr>
            <a:r>
              <a:rPr lang="en-US" sz="2000" dirty="0">
                <a:solidFill>
                  <a:srgbClr val="5DADE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644506" y="2400002"/>
            <a:ext cx="1616113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index.js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644506" y="2593628"/>
            <a:ext cx="1616113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400"/>
              </a:spcBef>
              <a:buNone/>
            </a:pPr>
            <a:r>
              <a:rPr lang="en-US" sz="900" dirty="0">
                <a:solidFill>
                  <a:srgbClr val="5D6D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20.04 KB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2587675" y="1622227"/>
            <a:ext cx="1889224" cy="1257151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2724230" y="2028527"/>
            <a:ext cx="1616113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2000"/>
              </a:spcBef>
              <a:spcAft>
                <a:spcPts val="600"/>
              </a:spcAft>
              <a:buNone/>
            </a:pPr>
            <a:r>
              <a:rPr lang="en-US" sz="2000" dirty="0">
                <a:solidFill>
                  <a:srgbClr val="5DADE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CJS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2724230" y="2400002"/>
            <a:ext cx="1616113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index.cjs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2724230" y="2593628"/>
            <a:ext cx="1616113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400"/>
              </a:spcBef>
              <a:buNone/>
            </a:pPr>
            <a:r>
              <a:rPr lang="en-US" sz="900" dirty="0">
                <a:solidFill>
                  <a:srgbClr val="5D6D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22.57 KB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4667399" y="1622227"/>
            <a:ext cx="1889224" cy="1257151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4803955" y="2028527"/>
            <a:ext cx="1616113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2000"/>
              </a:spcBef>
              <a:spcAft>
                <a:spcPts val="600"/>
              </a:spcAft>
              <a:buNone/>
            </a:pPr>
            <a:r>
              <a:rPr lang="en-US" sz="2000" dirty="0">
                <a:solidFill>
                  <a:srgbClr val="5DADE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TS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4803955" y="2400002"/>
            <a:ext cx="1616113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index.d.ts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803955" y="2593628"/>
            <a:ext cx="1616113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400"/>
              </a:spcBef>
              <a:buNone/>
            </a:pPr>
            <a:r>
              <a:rPr lang="en-US" sz="900" dirty="0">
                <a:solidFill>
                  <a:srgbClr val="5D6D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32.98 KB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6747123" y="1622227"/>
            <a:ext cx="1889224" cy="1257151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6883679" y="2028527"/>
            <a:ext cx="1616113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2000"/>
              </a:spcBef>
              <a:spcAft>
                <a:spcPts val="600"/>
              </a:spcAft>
              <a:buNone/>
            </a:pPr>
            <a:r>
              <a:rPr lang="en-US" sz="2000" dirty="0">
                <a:solidFill>
                  <a:srgbClr val="5DADE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CTS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6883679" y="2400002"/>
            <a:ext cx="1616113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index.d.cts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6883679" y="2593628"/>
            <a:ext cx="1616113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400"/>
              </a:spcBef>
              <a:buNone/>
            </a:pPr>
            <a:r>
              <a:rPr lang="en-US" sz="900" dirty="0">
                <a:solidFill>
                  <a:srgbClr val="5D6D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32.98 KB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507950" y="3069878"/>
            <a:ext cx="8128099" cy="965002"/>
          </a:xfrm>
          <a:prstGeom prst="roundRect">
            <a:avLst>
              <a:gd name="adj" fmla="val 7896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660350" y="3222278"/>
            <a:ext cx="7979765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Dependencies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60350" y="3495229"/>
            <a:ext cx="1586966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000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Peer: vue </a:t>
            </a:r>
            <a:pPr algn="l" indent="0" marL="0">
              <a:spcAft>
                <a:spcPts val="400"/>
              </a:spcAft>
              <a:buNone/>
            </a:pPr>
            <a:r>
              <a:rPr lang="en-US" sz="1000" dirty="0">
                <a:solidFill>
                  <a:srgbClr val="5DADE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^3.3.0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660350" y="3688854"/>
            <a:ext cx="1586966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000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Peer: socket.io-client </a:t>
            </a:r>
            <a:pPr algn="l" indent="0" marL="0">
              <a:spcAft>
                <a:spcPts val="400"/>
              </a:spcAft>
              <a:buNone/>
            </a:pPr>
            <a:r>
              <a:rPr lang="en-US" sz="1000" dirty="0">
                <a:solidFill>
                  <a:srgbClr val="5DADE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^4.0.0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2533650" y="3495229"/>
            <a:ext cx="213315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000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Dep: @kedge/output-update-protocol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2533650" y="3688854"/>
            <a:ext cx="213315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000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Dev: tsup, vitest, typescript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C28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454871" y="1541115"/>
            <a:ext cx="2234110" cy="466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2144"/>
              </a:spcBef>
              <a:spcAft>
                <a:spcPts val="3000"/>
              </a:spcAft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Get Started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2484388" y="2388840"/>
            <a:ext cx="4175224" cy="717352"/>
          </a:xfrm>
          <a:prstGeom prst="roundRect">
            <a:avLst>
              <a:gd name="adj" fmla="val 14163"/>
            </a:avLst>
          </a:prstGeom>
          <a:solidFill>
            <a:srgbClr val="2E405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2865388" y="2642741"/>
            <a:ext cx="3481489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5DADE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npm install @kedge/vue-agent-sdk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2263265" y="3487192"/>
            <a:ext cx="1848374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500"/>
              </a:spcAft>
              <a:buNone/>
            </a:pPr>
            <a:r>
              <a:rPr lang="en-US" sz="1100" dirty="0">
                <a:solidFill>
                  <a:srgbClr val="AAB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Documentation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2263265" y="3702993"/>
            <a:ext cx="1848374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DADE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docs/ARCHITECTURE.md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92407" y="3487192"/>
            <a:ext cx="924187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500"/>
              </a:spcAft>
              <a:buNone/>
            </a:pPr>
            <a:r>
              <a:rPr lang="en-US" sz="1100" dirty="0">
                <a:solidFill>
                  <a:srgbClr val="AAB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Examples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592407" y="3702993"/>
            <a:ext cx="924187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DADE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README.md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007013" y="3487192"/>
            <a:ext cx="864072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500"/>
              </a:spcAft>
              <a:buNone/>
            </a:pPr>
            <a:r>
              <a:rPr lang="en-US" sz="1100" dirty="0">
                <a:solidFill>
                  <a:srgbClr val="AAB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007013" y="3702993"/>
            <a:ext cx="864072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DADE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npm run test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@kedge/vue-agent-sdk</dc:title>
  <dc:subject>Vue Composables for Claude-Code-as-a-Service</dc:subject>
  <dc:creator>Kedge Team</dc:creator>
  <cp:lastModifiedBy>Kedge Team</cp:lastModifiedBy>
  <cp:revision>1</cp:revision>
  <dcterms:created xsi:type="dcterms:W3CDTF">2026-01-21T19:43:12Z</dcterms:created>
  <dcterms:modified xsi:type="dcterms:W3CDTF">2026-01-21T19:43:12Z</dcterms:modified>
</cp:coreProperties>
</file>